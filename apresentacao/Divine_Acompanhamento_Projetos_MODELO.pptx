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0A53A"/>
                </a:solidFill>
                <a:latin typeface="Segoe UI"/>
              </a:rPr>
              <a:t>P &amp; D   ·   P E S Q U I S A   &amp;   D E S E N V O L V I M E N T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Acompanhamento</a:t>
            </a:r>
          </a:p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E7D8C2"/>
                </a:solidFill>
                <a:latin typeface="Segoe UI"/>
              </a:rPr>
              <a:t>Status do portfólio de novos produtos — andamento, pendências e próximos passos, projeto a projeto.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572000"/>
            <a:ext cx="3017520" cy="47548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300" b="1">
                <a:solidFill>
                  <a:srgbClr val="F4E6CC"/>
                </a:solidFill>
                <a:latin typeface="Segoe UI"/>
              </a:rPr>
              <a:t>Reunião  ·  Junho / 2026</a:t>
            </a:r>
          </a:p>
        </p:txBody>
      </p:sp>
      <p:pic>
        <p:nvPicPr>
          <p:cNvPr id="8" name="Picture 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49240"/>
            <a:ext cx="2799184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6355080"/>
            <a:ext cx="27991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3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35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ALTA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Paloma e Isabele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15/06/2026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30/06/2026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Trade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20/06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10/07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Camila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CQ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Mateus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15/07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Aguardar fechamento de formulação;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Moinho de rolos;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Concluir ajustes no moinho de rolos;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Fechar formulações;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Projeto dentro do cronograma. Custo e homologação só iniciam após o fechamento da formulação (etapas 2 e 6).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A definir junto ao fechamento de formulação e custo (etapas 2 e 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3. Custo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4. Homologação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5. Volume (comercial)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6. Engenharias e FTs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7.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8.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9. Comunicado vendedores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E2419"/>
                          </a:solidFill>
                          <a:latin typeface="Segoe UI"/>
                        </a:rPr>
                        <a:t>10. Lançamento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8064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94710" y="278480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31889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59313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99729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440146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805629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52097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56139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6018123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GUIA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Como usar este modelo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PASSO A PASSO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64008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1.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Novo projeto: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selecione os dois slides-modelo “[ Nome do Projeto ]”, duplique (Ctrl+D) e mova o par para o final.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2.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Cabeçalho: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troque o nome do projeto, a prioridade e o status geral (a caixinha dourada é só texto + cor de preenchimento).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3.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Status das etapas: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clique na bolinha → guia Formatar → Preenchimento da Forma → escolha a cor (verde, âmbar, vermelho ou branco). Para o “✓”, copie uma bolinha verde já pronta.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4.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Tabela: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edite etapa, responsável e previsão como texto normal; linhas podem ser adicionadas ou removidas.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5.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Slide de imagens: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arraste a foto para dentro da área tracejada (ou Inserir → Imagens) e apague o ícone de espaço reservado.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6.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Orçamento: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preencha os campos de custo, fornecedor e aprovação; use a caixa amarela para observações.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3898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LEGENDA DE STATUS</a:t>
            </a:r>
          </a:p>
        </p:txBody>
      </p:sp>
      <p:sp>
        <p:nvSpPr>
          <p:cNvPr id="12" name="Oval 11"/>
          <p:cNvSpPr/>
          <p:nvPr/>
        </p:nvSpPr>
        <p:spPr>
          <a:xfrm>
            <a:off x="7690104" y="1874519"/>
            <a:ext cx="256032" cy="256032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Concluído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11226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finalizada e validada.</a:t>
            </a:r>
          </a:p>
        </p:txBody>
      </p:sp>
      <p:sp>
        <p:nvSpPr>
          <p:cNvPr id="15" name="Oval 14"/>
          <p:cNvSpPr/>
          <p:nvPr/>
        </p:nvSpPr>
        <p:spPr>
          <a:xfrm>
            <a:off x="7690104" y="2532887"/>
            <a:ext cx="256032" cy="256032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53288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Em andamento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70631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em execução.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7690104" y="3191255"/>
            <a:ext cx="256032" cy="256032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912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Bloqueado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2899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Travado — depende de decisão ou terceiro.</a:t>
            </a:r>
          </a:p>
        </p:txBody>
      </p:sp>
      <p:sp>
        <p:nvSpPr>
          <p:cNvPr id="21" name="Oval 20"/>
          <p:cNvSpPr/>
          <p:nvPr/>
        </p:nvSpPr>
        <p:spPr>
          <a:xfrm>
            <a:off x="7690104" y="3849623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84962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Não iniciado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08736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Ainda não começou.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4617720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GERAL (cabeçalho)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44383" y="4956048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4956048"/>
            <a:ext cx="1083564" cy="34747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CONCLUÍDO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37292" y="4956048"/>
            <a:ext cx="928116" cy="347472"/>
          </a:xfrm>
          <a:prstGeom prst="roundRect">
            <a:avLst>
              <a:gd name="adj" fmla="val 50000"/>
            </a:avLst>
          </a:prstGeom>
          <a:solidFill>
            <a:srgbClr val="CDB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PAUSADO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44383" y="5431536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96528" y="5431536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